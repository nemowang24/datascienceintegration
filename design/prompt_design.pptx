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5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44" y="7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43B7A-DC3D-C7E2-21C7-639C897B4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4C594-495C-BCAC-2E64-338D19B58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19AC8-0BF8-3BDF-A1BE-A1C4A2CF6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A68F-240A-841C-F811-35AC8CD2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7A61-4B4E-A464-CD81-5DAD552E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6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AF77-F131-7FE2-4F6E-5877B57C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225E4-EAB9-1EE4-37DD-347D4F8E2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9598A-6D44-A135-700C-6CFAA0DCE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5BA36-2B78-732D-4752-ACDE08EBF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85BB7-F7FA-E5A1-120F-75934648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7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394AF-7FF8-3F06-8A23-0ADAB784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387AE-0F73-AEEC-6412-3AF3EFEB7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5E20A-6D03-C200-C02D-1B23E5C04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69966-71A9-4BE0-ADEE-90C12F6F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8D23-6B3E-6B28-C298-48FA38DF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90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7167-D0B8-DDE2-15F3-DC6F57FB3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6A6C3-F652-DE37-F18D-F3E29F92E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5E05C-6FF4-8782-8167-0C6FBF489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36FC6-6CF4-9539-7FF9-77A1E839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3D272-14D5-AC2F-F633-148BB175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2774D-9D48-5799-52F2-E324819E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1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FBF1-BE83-1897-AEB3-341FC520F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E5D5D-14B3-BFE6-FA81-88F14BC14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592BB-8EE0-F54E-C216-AB64964B2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3C0DB-117E-D504-BE29-E72EB1D02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4A7E2B-D6A7-F11C-159D-3AED2778F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A64B7-8637-2064-F8FD-2F5C5CD0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0A248-3388-4563-BCC9-F87558CD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27370-ADBA-C134-13D5-025B0357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7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163E-91F3-27B5-FC93-9AA9BA54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BC1FB-E706-4C78-51C0-078BF1E5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0E3CC-4169-4224-1FAC-F9377F1D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3E069-D392-CC4C-766E-338E6F62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2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D9853-D070-7597-80E2-FF11B71BD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AF9B29-205B-CF5F-6530-307B7117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99974-9633-7F63-CFBF-CBC3C4F8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34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B3A4-05AD-4D08-D562-BC0ADA7B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CD937-0E98-CDCB-4D51-66B66BF9B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6F04-82F6-DDFA-97EF-476C3DA32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2DC30-2D2C-9E81-85D4-9594DDC8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B3B4D-3F0D-4BB5-FF05-2EF92998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E403D-98C8-B17B-F89A-534523463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4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48965-00BC-22BA-A6E9-1B65C6937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2E997-BAFF-8376-54CC-ADC37BFE9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104D2-E14B-D290-2946-4E6850122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3E7F3-2209-6399-9830-B1A12193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F961A-4A54-2F6D-6E49-4A8D5475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8FD8D-6D9B-6BAF-A135-C5015184D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82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15481-7576-CA00-9AA9-02526C4D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CD533-3292-0C4F-DD02-E0AAD00C1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2FD27-C02E-0FB2-94EC-1B8B20232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F9513-C04C-9734-6539-CB6B2B45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4B65-04EE-447F-BD2E-02DBD77E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9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F2AD86-B5BF-5371-4888-F74DC4A65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ADDEB-4B2B-E898-1729-047DF72B0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D73DC-1262-5398-9EEF-04F7980A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DC858-C0D8-D6DC-CD90-CD9802B1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093CF-C016-A6DA-2AB3-5679BE93C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4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07781-7862-5A94-2B7E-E4DA032B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47F79-457F-7136-B9DB-4441F4CC5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492E4-00D5-33F2-2C33-CDCC8120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AE5F3-D183-4624-981B-59F770257307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0B3CC-6836-6C86-097F-BB19BBD18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DF5D5-9EEC-1FB1-5BE8-C5CF595EC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5BD3F-4545-417B-AE21-C843742A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3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B4F633-6466-0A68-5FAC-44F16057F60F}"/>
              </a:ext>
            </a:extLst>
          </p:cNvPr>
          <p:cNvSpPr txBox="1"/>
          <p:nvPr/>
        </p:nvSpPr>
        <p:spPr>
          <a:xfrm>
            <a:off x="3048340" y="3121869"/>
            <a:ext cx="6096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39ED3A-659E-26AD-4E84-4B556769F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91" y="650320"/>
            <a:ext cx="2267067" cy="39245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DA080D-F70F-445C-CA5E-1E336D934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863" y="102063"/>
            <a:ext cx="2737121" cy="28300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3AD97F-1A71-B20D-238D-8327F6199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979" y="327259"/>
            <a:ext cx="4133977" cy="2202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E0404B-0B5E-9859-AE98-3178BEFD2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46848"/>
            <a:ext cx="12192000" cy="18625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B5132AA-A80D-6810-860F-7F4814B20C43}"/>
              </a:ext>
            </a:extLst>
          </p:cNvPr>
          <p:cNvSpPr txBox="1"/>
          <p:nvPr/>
        </p:nvSpPr>
        <p:spPr>
          <a:xfrm>
            <a:off x="2832067" y="1292718"/>
            <a:ext cx="55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6A4132-1BCB-4EC6-24E0-9BE3EAF6EF66}"/>
              </a:ext>
            </a:extLst>
          </p:cNvPr>
          <p:cNvSpPr txBox="1"/>
          <p:nvPr/>
        </p:nvSpPr>
        <p:spPr>
          <a:xfrm>
            <a:off x="5717951" y="2458406"/>
            <a:ext cx="45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8D14BF-8E46-4E25-0E6A-655F8F5395B0}"/>
              </a:ext>
            </a:extLst>
          </p:cNvPr>
          <p:cNvSpPr txBox="1"/>
          <p:nvPr/>
        </p:nvSpPr>
        <p:spPr>
          <a:xfrm>
            <a:off x="6393137" y="2006494"/>
            <a:ext cx="364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478C66-1FB3-F63F-06B9-4664A05C31E8}"/>
              </a:ext>
            </a:extLst>
          </p:cNvPr>
          <p:cNvSpPr txBox="1"/>
          <p:nvPr/>
        </p:nvSpPr>
        <p:spPr>
          <a:xfrm>
            <a:off x="10646090" y="3779260"/>
            <a:ext cx="49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53777B-7B6C-4F20-B6FB-A6DBDCD9B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094" y="2891228"/>
            <a:ext cx="2267067" cy="126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1DEC67C-1215-BC18-A1CA-C98B9A761F6E}"/>
              </a:ext>
            </a:extLst>
          </p:cNvPr>
          <p:cNvSpPr txBox="1"/>
          <p:nvPr/>
        </p:nvSpPr>
        <p:spPr>
          <a:xfrm>
            <a:off x="7686488" y="2483425"/>
            <a:ext cx="44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826FBD-D8E2-7246-317A-49E84B4C39AB}"/>
              </a:ext>
            </a:extLst>
          </p:cNvPr>
          <p:cNvCxnSpPr/>
          <p:nvPr/>
        </p:nvCxnSpPr>
        <p:spPr>
          <a:xfrm>
            <a:off x="2503055" y="1667164"/>
            <a:ext cx="1279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9CB012-A221-BD1C-45FE-96A5244F6721}"/>
              </a:ext>
            </a:extLst>
          </p:cNvPr>
          <p:cNvCxnSpPr/>
          <p:nvPr/>
        </p:nvCxnSpPr>
        <p:spPr>
          <a:xfrm>
            <a:off x="5828145" y="2212109"/>
            <a:ext cx="568037" cy="752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387B2DC-AE82-46B3-3F05-FD8EB045389C}"/>
              </a:ext>
            </a:extLst>
          </p:cNvPr>
          <p:cNvCxnSpPr/>
          <p:nvPr/>
        </p:nvCxnSpPr>
        <p:spPr>
          <a:xfrm flipV="1">
            <a:off x="7435273" y="2165927"/>
            <a:ext cx="512618" cy="766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03886D-9F2C-AFA8-E319-BF3C93B59176}"/>
              </a:ext>
            </a:extLst>
          </p:cNvPr>
          <p:cNvCxnSpPr/>
          <p:nvPr/>
        </p:nvCxnSpPr>
        <p:spPr>
          <a:xfrm flipH="1" flipV="1">
            <a:off x="5934364" y="1819564"/>
            <a:ext cx="1106711" cy="1112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row: Down 30">
            <a:extLst>
              <a:ext uri="{FF2B5EF4-FFF2-40B4-BE49-F238E27FC236}">
                <a16:creationId xmlns:a16="http://schemas.microsoft.com/office/drawing/2014/main" id="{053F7DC5-C30D-3719-D003-B997C43C10E9}"/>
              </a:ext>
            </a:extLst>
          </p:cNvPr>
          <p:cNvSpPr/>
          <p:nvPr/>
        </p:nvSpPr>
        <p:spPr>
          <a:xfrm>
            <a:off x="10363200" y="2367003"/>
            <a:ext cx="214462" cy="25798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7C398A-1C8B-357C-DD4A-966A50707DDD}"/>
              </a:ext>
            </a:extLst>
          </p:cNvPr>
          <p:cNvSpPr txBox="1"/>
          <p:nvPr/>
        </p:nvSpPr>
        <p:spPr>
          <a:xfrm>
            <a:off x="7079673" y="3713018"/>
            <a:ext cx="78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S1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E904539-56EF-6E84-9317-B8716E16E1B1}"/>
              </a:ext>
            </a:extLst>
          </p:cNvPr>
          <p:cNvSpPr/>
          <p:nvPr/>
        </p:nvSpPr>
        <p:spPr>
          <a:xfrm>
            <a:off x="3797977" y="2588491"/>
            <a:ext cx="214462" cy="25798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B153D-0E25-974C-72E7-7E39BFADE18F}"/>
              </a:ext>
            </a:extLst>
          </p:cNvPr>
          <p:cNvSpPr txBox="1"/>
          <p:nvPr/>
        </p:nvSpPr>
        <p:spPr>
          <a:xfrm>
            <a:off x="4053059" y="3306535"/>
            <a:ext cx="49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8099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4C1D7-8F56-5CA8-8CEF-27E1853B2B02}"/>
              </a:ext>
            </a:extLst>
          </p:cNvPr>
          <p:cNvSpPr txBox="1"/>
          <p:nvPr/>
        </p:nvSpPr>
        <p:spPr>
          <a:xfrm>
            <a:off x="167368" y="142875"/>
            <a:ext cx="116341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Input the prompt and parameters in webpage, these go to a Db table ‘</a:t>
            </a:r>
            <a:r>
              <a:rPr lang="en-US" sz="2000" dirty="0" err="1"/>
              <a:t>api_prompts</a:t>
            </a:r>
            <a:r>
              <a:rPr lang="en-US" sz="2000" dirty="0"/>
              <a:t>’</a:t>
            </a:r>
          </a:p>
          <a:p>
            <a:pPr marL="342900" indent="-342900">
              <a:buAutoNum type="arabicPeriod"/>
            </a:pPr>
            <a:r>
              <a:rPr lang="en-US" sz="2000" dirty="0"/>
              <a:t>Service ‘S1’ filter the table records and parallelly generate images. Because at least 40 seconds will be used for one image and you want to test many prompt by yourself, I think better make it </a:t>
            </a:r>
            <a:r>
              <a:rPr lang="en-US" sz="2000" dirty="0" err="1"/>
              <a:t>paralle</a:t>
            </a:r>
            <a:r>
              <a:rPr lang="en-US" sz="2000" dirty="0"/>
              <a:t>.</a:t>
            </a:r>
          </a:p>
          <a:p>
            <a:pPr marL="342900" indent="-342900">
              <a:buAutoNum type="arabicPeriod"/>
            </a:pPr>
            <a:r>
              <a:rPr lang="en-US" sz="2000" dirty="0"/>
              <a:t>S1 upload image to AWS S3 bucket.</a:t>
            </a:r>
          </a:p>
          <a:p>
            <a:pPr marL="342900" indent="-342900">
              <a:buAutoNum type="arabicPeriod"/>
            </a:pPr>
            <a:r>
              <a:rPr lang="en-US" sz="2000" dirty="0"/>
              <a:t>S1 update the Db table ‘</a:t>
            </a:r>
            <a:r>
              <a:rPr lang="en-US" sz="2000" dirty="0" err="1"/>
              <a:t>api_prompts</a:t>
            </a:r>
            <a:r>
              <a:rPr lang="en-US" sz="2000"/>
              <a:t>’.</a:t>
            </a: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/>
              <a:t>In another webpage, you select two images. The difference of the two prompts will be highlighted.</a:t>
            </a:r>
          </a:p>
        </p:txBody>
      </p:sp>
    </p:spTree>
    <p:extLst>
      <p:ext uri="{BB962C8B-B14F-4D97-AF65-F5344CB8AC3E}">
        <p14:creationId xmlns:p14="http://schemas.microsoft.com/office/powerpoint/2010/main" val="4249049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 Tropic</dc:creator>
  <cp:lastModifiedBy>Wang Tropic</cp:lastModifiedBy>
  <cp:revision>4</cp:revision>
  <dcterms:created xsi:type="dcterms:W3CDTF">2025-05-02T14:11:17Z</dcterms:created>
  <dcterms:modified xsi:type="dcterms:W3CDTF">2025-05-02T14:36:26Z</dcterms:modified>
</cp:coreProperties>
</file>